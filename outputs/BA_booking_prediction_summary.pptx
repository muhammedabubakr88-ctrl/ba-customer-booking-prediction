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72A5E"/>
                </a:solidFill>
              </a:rPr>
              <a:t>Predicting Customer Booking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D4D4D"/>
                </a:solidFill>
              </a:rPr>
              <a:t>Random Forest model — identifying customers likely to complete a booking, before departure</a:t>
            </a:r>
          </a:p>
        </p:txBody>
      </p:sp>
      <p:pic>
        <p:nvPicPr>
          <p:cNvPr id="4" name="Picture 3" descr="feature_importan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717877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72A5E"/>
                </a:solidFill>
              </a:rPr>
              <a:t>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F3340"/>
                </a:solidFill>
              </a:rPr>
              <a:t>ROC-AUC: 0.77</a:t>
            </a:r>
          </a:p>
          <a:p>
            <a:r>
              <a:rPr sz="1100">
                <a:solidFill>
                  <a:srgbClr val="4D4D4D"/>
                </a:solidFill>
              </a:rPr>
              <a:t>Model distinguishes bookers from non-bookers well above chance (0.50)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788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F3340"/>
                </a:solidFill>
              </a:rPr>
              <a:t>Recall: 72%</a:t>
            </a:r>
          </a:p>
          <a:p>
            <a:r>
              <a:rPr sz="1100">
                <a:solidFill>
                  <a:srgbClr val="4D4D4D"/>
                </a:solidFill>
              </a:rPr>
              <a:t>Of customers who go on to book, the model correctly flags most of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749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F3340"/>
                </a:solidFill>
              </a:rPr>
              <a:t>Precision: 29%</a:t>
            </a:r>
          </a:p>
          <a:p>
            <a:r>
              <a:rPr sz="1100">
                <a:solidFill>
                  <a:srgbClr val="4D4D4D"/>
                </a:solidFill>
              </a:rPr>
              <a:t>Of those flagged, about 3 in 10 actually book — expected given bookings are rare (15% of all customers)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8463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72A5E"/>
                </a:solidFill>
              </a:rPr>
              <a:t>Recommendation</a:t>
            </a:r>
          </a:p>
          <a:p>
            <a:r>
              <a:rPr sz="1200">
                <a:solidFill>
                  <a:srgbClr val="4D4D4D"/>
                </a:solidFill>
              </a:rPr>
              <a:t>Booking origin, route popularity, and trip length are the strongest predictors of booking completion. These signals can power a proactive targeting model — flagging high-likelihood customers for outreach before they reach the airport, rather than reacting after the fact.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